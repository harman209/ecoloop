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400" b="1">
                <a:solidFill>
                  <a:srgbClr val="171A18"/>
                </a:solidFill>
                <a:latin typeface="Plus Jakarta Sans"/>
              </a:rPr>
              <a:t>Eco</a:t>
            </a:r>
            <a:r>
              <a:rPr sz="6400" b="1">
                <a:solidFill>
                  <a:srgbClr val="1F6B4F"/>
                </a:solidFill>
                <a:latin typeface="Plus Jakarta Sans"/>
              </a:rPr>
              <a:t>Loop</a:t>
            </a:r>
          </a:p>
          <a:p>
            <a:pPr>
              <a:spcBef>
                <a:spcPts val="1600"/>
              </a:spcBef>
              <a:defRPr sz="2200">
                <a:solidFill>
                  <a:srgbClr val="526058"/>
                </a:solidFill>
                <a:latin typeface="Plus Jakarta Sans"/>
              </a:defRPr>
            </a:pPr>
            <a:r>
              <a:t>Circular material systems and zero-cost digital architecture.</a:t>
            </a:r>
          </a:p>
          <a:p>
            <a:pPr>
              <a:spcBef>
                <a:spcPts val="3600"/>
              </a:spcBef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Linear Packaging Problem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Why conventional municipal recycling fails on modern multi-layer packaging.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C2626"/>
                </a:solidFill>
                <a:latin typeface="Plus Jakarta Sans"/>
              </a:defRPr>
            </a:pPr>
            <a:r>
              <a:t>The Material Reality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Multi-Layer Packaging (MLP):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Chips and snack packaging fuse plastic films with aluminum foil. Standard recyclers cannot separate these layers cost-effectively, diverting millions of tons directly to landfills.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Fragmented Logistics: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Communities and schools generate clean packaging waste, but lack direct channels connecting them to verified upcycling alternatives.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Information Asymmetry: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Consumers and institutions cannot verify whether their sorted recyclables are actually reprocessed or simply dumped.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EcoLoop Approach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Mechanical Upcycling: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Heat-compressing clean multi-layer plastics into structural sheets that replace traditional plywood and particle boards.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Digital Transparency: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Publishing exact material specifications, density metrics, and inventory through an open platform.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Closed Institutional Loops: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Partnering directly with campuses to collect, process, and return finished utility goods back to the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Physical Loop: Verified Materials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Six circular products systematically diverted from waste streams.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500" b="1">
                <a:solidFill>
                  <a:srgbClr val="1F6B4F"/>
                </a:solidFill>
                <a:latin typeface="Plus Jakarta Sans"/>
              </a:rPr>
              <a:t>■  Eco-Bricks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High-density PET containers packed with clean flexible plastics.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1F6B4F"/>
                </a:solidFill>
                <a:latin typeface="Plus Jakarta Sans"/>
              </a:rPr>
              <a:t>■  MLP Sheets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Heat-pressed multi-layer packaging replacing standard plywood.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1F6B4F"/>
                </a:solidFill>
                <a:latin typeface="Plus Jakarta Sans"/>
              </a:rPr>
              <a:t>■  Bottle Planters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Upcycled PET containers for nursery and hydroponic gardening.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1F6B4F"/>
                </a:solidFill>
                <a:latin typeface="Plus Jakarta Sans"/>
              </a:rPr>
              <a:t>■  Uniform Bags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Heavyweight tote bags repurposed from discarded school uniforms.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1F6B4F"/>
                </a:solidFill>
                <a:latin typeface="Plus Jakarta Sans"/>
              </a:rPr>
              <a:t>■  Seed Paper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Zero-bleach handmade paper embedded with native plant seeds.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1F6B4F"/>
                </a:solidFill>
                <a:latin typeface="Plus Jakarta Sans"/>
              </a:rPr>
              <a:t>■  Bioenzymes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Citrus-fermented organic cleaning concentrates.</a:t>
            </a:r>
          </a:p>
        </p:txBody>
      </p:sp>
      <p:pic>
        <p:nvPicPr>
          <p:cNvPr id="4" name="Picture 3" descr="sample-m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How It Started vs How It Is Going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01 PLACEHOLDER: How It Started vs How It Is Going]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Started by collecting empty snack wrappers in school. Ended up building an automated cloud software platform.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Why Physical Projects Need Software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Moving from static school displays to an open, operational platform.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Platform Capabilities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Engineering Specifications: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Every product includes physical dimensions, density metrics, thermal characteristics, and production lead times.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Transaction Routing: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Schools and community partners can query stock, request material samples, and submit institutional orders.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Modern Frontend Stack: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React 18 with TypeScript and Vite for fast client-side navigation and strict type safety.</a:t>
            </a:r>
          </a:p>
        </p:txBody>
      </p:sp>
      <p:pic>
        <p:nvPicPr>
          <p:cNvPr id="4" name="Picture 3" descr="screen-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Zero-Cost Serverless Backend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Delivering full transactional workflows without servers or ongoing bills.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React Client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User submits an inquiry; client-side validation ensures clean data before transmission.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Apps Script Webhook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 stateless Google Apps Script endpoint receives and parses JSON payload securely.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Sheets Datastore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Appends records, updates inventory tracking, and triggers automated email alerts.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solidFill>
            <a:srgbClr val="E8EFE9"/>
          </a:solidFill>
          <a:ln w="1270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71A18"/>
                </a:solidFill>
                <a:latin typeface="Plus Jakarta Sans"/>
              </a:rPr>
              <a:t>Total Infrastructure Operating Cost:   </a:t>
            </a:r>
            <a:r>
              <a:rPr sz="2400" b="1">
                <a:solidFill>
                  <a:srgbClr val="1F6B4F"/>
                </a:solidFill>
                <a:latin typeface="JetBrains Mono"/>
              </a:rPr>
              <a:t>$0.00 / month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No credit card required. Zero servers to maintain. 99.9% uptime.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The Cloud Bill Dilemma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02 PLACEHOLDER: $450/mo AWS vs $0 Google Sheets]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Enterprise developers arguing about Kubernetes microservices while two high schoolers run production on Google Sheets.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Interactive Inquiry Engine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Handling institutional orders and sample requests with context preservation.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Order &amp; Sample Workflow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Contextual Pre-Filling: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Selecting an item automatically binds its product ID, specifications, and suggested order minimums into form state.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Client-Side Validation: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Immediate feedback flags incomplete or invalid entries before triggering network dispatches.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Confirmation &amp; Logging: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 clean confirmation modal displays expected turnaround times while logging data directly to the spreadsheet.</a:t>
            </a:r>
          </a:p>
        </p:txBody>
      </p:sp>
      <p:pic>
        <p:nvPicPr>
          <p:cNvPr id="4" name="Picture 3" descr="screen-enqu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Paradigm Shift: Developer as Architect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How autonomous workflows shift focus from repetitive syntax to system design.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26058"/>
                </a:solidFill>
                <a:latin typeface="Plus Jakarta Sans"/>
              </a:defRPr>
            </a:pPr>
            <a:r>
              <a:t>Traditional Coding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Manual Syntax Typing: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Manually typing repetitive component boilerplate and state handlers line by line.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Dependency Friction: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Spending hours searching forum threads to diagnose broken npm packages and imports.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Low-Level Bugs: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Getting stuck on typos and syntax bugs instead of building real user features.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Autonomous AI Coding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Define System Constraints: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 define the core goals, system constraints, component contracts, and visual design rules.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Autonomous Agent Edits: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The AI agent explores your files, writes components, and links routes across the codebase.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Automated Verification: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Automated tools test the code, surface errors, and repair bugs instantly.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Learning to Code in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03 PLACEHOLDER: 400 Pages of Docs vs Writing Clean Specs]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Reading 200 pages of manual documentation at 3:00 AM is officially a thing of the past. Define the requirements and let the tools execute.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the Autonomous Coding Loop Works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Not a chatbot copying snippets, but an automated cycle that creates and tests code.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01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Define the Goal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Write clear requirements, design rules, and data structures in a simple specification document.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352044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02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Autonomous Edit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The agent reads existing files, writes modular components, and links application routes.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03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Automated Check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Automated tools build the code. If an error appears, the agent reads terminal output and fixes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04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Safe History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Every successful step is saved into version control, allowing you to experiment freely with zero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Introducing OpenCode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An open-source autonomous coding agent that runs directly in your terminal.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Why OpenCode?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Open Source: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Maintained by Anomaly (GitHub: anomalyco/opencode). Free to use with zero vendor lock-in.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Dual Execution Modes: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Plan Mode surveys your architecture without editing; Build Mode autonomously edits files and runs tests.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Connects to Any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Works with free cloud endpoints or completely private offline models on your personal computer.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29184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26058"/>
                </a:solidFill>
                <a:latin typeface="JetBrains Mono"/>
              </a:defRPr>
            </a:pPr>
            <a:r>
              <a:t>// Quick Installation in 60 Seconds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npm install -g @opencode/cli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cd ./my-project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opencode</a:t>
            </a: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  <a:r>
              <a:t>// Runs on macOS, Linux, and Windows WSL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Free AI Models: Zero Cost for Students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Practical options you can use tonight without paying for subscriptions.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Free Cloud APIs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Google Gemini API: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Sign in to aistudio.google.com for a free key. Generous free tiers with Gemini 1.5 Flash and Gemini 2.0.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Groq Cloud: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Ultra-fast token generation on open-weight models like Llama 3.3 via console.groq.com.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GitHub Models: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Free student access to models like GPT-4o and Claude inside VS Code and GitHub Codespaces.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100% Offline with Ollama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Completely Private &amp; Local: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Install from ollama.com. Runs entirely on your laptop hardware without needing an internet connection.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Recommended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qwen2.5-coder:7b delivers outstanding coding logic on standard laptops with 8GB to 16GB of RAM.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Latency: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Instant responses directly on device with zero dependence on external network connectivity.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The Compiler Never Lies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04 PLACEHOLDER: AI claims bugs are fixed vs Compiler errors]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"I fixed all the bugs," says the AI model. The compiler: 47 errors found in 3 files.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91440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71A18"/>
                </a:solidFill>
                <a:latin typeface="Plus Jakarta Sans"/>
              </a:rPr>
              <a:t>Thank </a:t>
            </a:r>
            <a:r>
              <a:rPr sz="5400" b="1">
                <a:solidFill>
                  <a:srgbClr val="1F6B4F"/>
                </a:solidFill>
                <a:latin typeface="Plus Jakarta Sans"/>
              </a:rPr>
              <a:t>You.</a:t>
            </a:r>
          </a:p>
          <a:p>
            <a:pPr algn="ctr">
              <a:spcBef>
                <a:spcPts val="8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Scan the code to access the complete open-source repository, live demo, and student setup guide.</a:t>
            </a:r>
          </a:p>
        </p:txBody>
      </p:sp>
      <p:pic>
        <p:nvPicPr>
          <p:cNvPr id="3" name="Picture 2" descr="qr-eco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6032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0" y="512064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F6B4F"/>
                </a:solidFill>
                <a:latin typeface="JetBrains Mono"/>
              </a:defRPr>
            </a:pPr>
            <a:r>
              <a:t>github.com/Harman209/ecoloop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171A18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